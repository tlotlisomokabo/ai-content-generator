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5C76-3BA4-A170-249E-EB7D8D857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09667-6DAF-2814-1F1B-E34F53311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D4DBE-9D3E-D66C-DD21-2F85FC7F8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43A7C-E1B0-43BD-885F-9C11ECD43AF1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97553-52B3-35BB-FA15-E38273F2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380FB-659B-128B-5F99-01E090AB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2079F-BE2D-46F9-948D-3F640B58F3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479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FC199-066A-6B78-70AE-2B01DC41B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7CED5-0075-066D-1BE4-7D30FA5E0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48E96-40EB-52F2-A440-73109EB3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43A7C-E1B0-43BD-885F-9C11ECD43AF1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5DF8D-AB58-3A3B-545A-D1544118E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7D4F8-E40C-ED87-A666-CD500B2AF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2079F-BE2D-46F9-948D-3F640B58F3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1190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EEE3C-11AC-82E3-439F-2405A4F2D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F9D43-8BD1-CEC4-F3BF-2B5AAA2E9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4BECA-65BB-CE30-BC61-9C1C33F35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43A7C-E1B0-43BD-885F-9C11ECD43AF1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C308D-DF26-F638-8456-855FD75E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18A26-CF03-135E-6234-BEEBC7693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2079F-BE2D-46F9-948D-3F640B58F3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104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F3B4-3DAD-5C20-1DF5-A9A12C5F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571AE-A3E7-AFA3-75AB-50F524DF3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53AD5-748C-5017-8FBB-270AD099C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EF92C-5991-0629-D10A-5B18C2481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43A7C-E1B0-43BD-885F-9C11ECD43AF1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F4C31-7BD3-C308-B0FD-10E4BE1E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F6339-7C3D-A727-BEDC-5F9B90FA9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2079F-BE2D-46F9-948D-3F640B58F3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2684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6BF9-F54A-D396-4C1E-F828ABB3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88622-A90C-9865-610D-818ADAFA9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523FF-2A59-4457-7941-D81CBEE63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26155-A18A-B3C9-58AF-8C49A8126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1F2FD2-810D-AE89-D06F-2A57E5727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2A063-6DEA-9E8D-20F2-DB4DA671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43A7C-E1B0-43BD-885F-9C11ECD43AF1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4A0D89-65FD-87B5-1ADA-FFBF5BDE9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696F3-4194-CAB4-D9E0-B4D72C24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2079F-BE2D-46F9-948D-3F640B58F3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732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3933-62B7-4664-7D13-4F0923E24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4BA680-EFE7-E1C5-18C2-B23DB3BFA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43A7C-E1B0-43BD-885F-9C11ECD43AF1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5BE8D-94CF-061A-BB22-2ED8BEEE7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40F9F-BA1F-A2A2-0045-C3453762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2079F-BE2D-46F9-948D-3F640B58F3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73643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AE357A-DD18-2FD5-AFA3-7DE2D24D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43A7C-E1B0-43BD-885F-9C11ECD43AF1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3DAD1B-B44A-F2D3-92AE-8DFAF9E4A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4C572-9AAD-4446-2249-F8DE99F3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2079F-BE2D-46F9-948D-3F640B58F3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029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925B-0CB6-0B1B-5F3A-3A4FF31EF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5EE5B-FCAD-E8CD-C7C7-E0E8A266D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A3E91-0615-E0F3-1552-2A921A08E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E588E-3B2A-17E3-0B08-94E88D7AB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43A7C-E1B0-43BD-885F-9C11ECD43AF1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107EC-3BAC-FD03-8916-8AC0F5CE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2DF47-14FD-B0B6-52F5-0AC92CD2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2079F-BE2D-46F9-948D-3F640B58F3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324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469A-E8C3-9197-889A-DA972E2E1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989FA-0D1F-5436-09A7-7D08ACFE1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1468F-836B-7841-A1A7-AB599413D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97A06-749C-F47C-CA1F-0EE6A469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43A7C-E1B0-43BD-885F-9C11ECD43AF1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CC786-3142-9DAE-ACD0-AF3F00309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31028-ECD4-822B-2C00-36798DCC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2079F-BE2D-46F9-948D-3F640B58F3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2272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B7FD-F3A9-66B8-7BF6-C8395A5C2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72711-97CE-B47E-36E2-21880B158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D0EA3-A38E-0C51-2226-9A71108B5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43A7C-E1B0-43BD-885F-9C11ECD43AF1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C73F8-62AB-6AD8-22B1-9FBA918D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DE7B6-0DAE-3E6A-1563-DCF20999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2079F-BE2D-46F9-948D-3F640B58F3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1910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75D207-14F5-BFA2-D5EE-72DFABCBC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77C79-7867-CADA-7260-8A6F718D2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EE482-4BAD-8D35-8B16-7A5DCFCE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43A7C-E1B0-43BD-885F-9C11ECD43AF1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C9FBE-0479-C376-79BC-9550EAE7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AC3D1-EFCF-BF27-FE68-3B48550A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2079F-BE2D-46F9-948D-3F640B58F3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2104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29D5D-A128-3985-1225-75E48CFB0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C112D-5973-5F90-8614-5EC92A97E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B2363-BF4F-82DF-789A-98E1CE1C9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43A7C-E1B0-43BD-885F-9C11ECD43AF1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9B94A-75F8-829D-7557-214689F48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044B7-DF65-1320-88E1-AF2DC479A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2079F-BE2D-46F9-948D-3F640B58F3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8521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lotliso-ai-generator.netlify.app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hyperlink" Target="https://tlotliso-ai-generator.netlify.app/" TargetMode="Externa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85DEDB12-CEC5-1707-6EA2-96D1C834D9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3596" b="2311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885480-F86A-6BC2-EC96-76384400D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900518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rgbClr val="FFFFFF"/>
                </a:solidFill>
              </a:rPr>
              <a:t>AI CONTENT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A3F4F-7A74-E4B6-0C3E-9E593F65D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3676"/>
            <a:ext cx="9144000" cy="2158235"/>
          </a:xfrm>
        </p:spPr>
        <p:txBody>
          <a:bodyPr>
            <a:normAutofit/>
          </a:bodyPr>
          <a:lstStyle/>
          <a:p>
            <a:pPr latinLnBrk="1"/>
            <a:r>
              <a:rPr lang="en-ZA" dirty="0"/>
              <a:t> Week 2 Bootcamp Project</a:t>
            </a:r>
          </a:p>
          <a:p>
            <a:pPr latinLnBrk="1"/>
            <a:r>
              <a:rPr lang="en-ZA" dirty="0"/>
              <a:t>27th April – 1st May 2026 </a:t>
            </a:r>
          </a:p>
          <a:p>
            <a:pPr latinLnBrk="1"/>
            <a:r>
              <a:rPr lang="en-ZA" dirty="0"/>
              <a:t>Tlotliso Mokomabo </a:t>
            </a:r>
          </a:p>
          <a:p>
            <a:pPr latinLnBrk="1"/>
            <a:r>
              <a:rPr lang="en-ZA" dirty="0" err="1"/>
              <a:t>Capaciti</a:t>
            </a:r>
            <a:r>
              <a:rPr lang="en-ZA" dirty="0"/>
              <a:t> AI Bootcamp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86973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F3F33-A239-C3D2-7B3B-4386E14E0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022" y="1271674"/>
            <a:ext cx="6093315" cy="416448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AGENDA</a:t>
            </a:r>
            <a:b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Introduction</a:t>
            </a:r>
            <a:b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Core Competencies</a:t>
            </a:r>
            <a:b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Technical Concepts &amp; Tools</a:t>
            </a:r>
            <a:b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Live Demo &amp; Features</a:t>
            </a:r>
            <a:b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Prompt Library &amp; Case Study</a:t>
            </a:r>
            <a:b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 &amp; Portfolio</a:t>
            </a:r>
            <a:br>
              <a:rPr lang="en-US" sz="1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17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A8332D-EA74-40A2-8709-00EDB2379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358801C-1E89-48FF-B14F-D76A2EA14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88284F-ED00-40CA-B57D-89C49E8EC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19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Angle view of circuit shaped like a brain">
            <a:extLst>
              <a:ext uri="{FF2B5EF4-FFF2-40B4-BE49-F238E27FC236}">
                <a16:creationId xmlns:a16="http://schemas.microsoft.com/office/drawing/2014/main" id="{BAFFC442-8D86-4BB7-C125-5A3054D286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935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3ACE2B-D96D-EE64-8434-C9148973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52" y="600427"/>
            <a:ext cx="9969516" cy="61543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ZA" sz="3600" b="1" dirty="0"/>
              <a:t>PROJECT INTRODUCTION</a:t>
            </a:r>
            <a:br>
              <a:rPr lang="en-ZA" sz="3600" b="1" dirty="0"/>
            </a:br>
            <a:br>
              <a:rPr lang="en-ZA" sz="3600" dirty="0"/>
            </a:br>
            <a:r>
              <a:rPr lang="en-ZA" sz="3200" b="1" dirty="0"/>
              <a:t>Project Name:</a:t>
            </a:r>
            <a:r>
              <a:rPr lang="en-ZA" sz="3200" dirty="0"/>
              <a:t> AI Career &amp; Productivity Content Generator</a:t>
            </a:r>
            <a:br>
              <a:rPr lang="en-ZA" sz="3200" dirty="0"/>
            </a:br>
            <a:r>
              <a:rPr lang="en-ZA" sz="3200" b="1" dirty="0"/>
              <a:t>Objective:</a:t>
            </a:r>
            <a:r>
              <a:rPr lang="en-ZA" sz="3200" dirty="0"/>
              <a:t> Build a tool that generates professional content (blogs, emails, cover letters, etc.) using AI</a:t>
            </a:r>
            <a:br>
              <a:rPr lang="en-ZA" sz="3200" dirty="0"/>
            </a:br>
            <a:r>
              <a:rPr lang="en-ZA" sz="3200" b="1" dirty="0"/>
              <a:t>Technology Stack:</a:t>
            </a:r>
            <a:r>
              <a:rPr lang="en-ZA" sz="3200" dirty="0"/>
              <a:t> HTML5 | CSS3 | JavaScript | Hugging Face API | Netlify</a:t>
            </a:r>
            <a:br>
              <a:rPr lang="en-ZA" sz="3200" dirty="0"/>
            </a:br>
            <a:r>
              <a:rPr lang="en-ZA" sz="3200" b="1" dirty="0"/>
              <a:t>Live URL:</a:t>
            </a:r>
            <a:r>
              <a:rPr lang="en-ZA" sz="3200" dirty="0"/>
              <a:t> </a:t>
            </a:r>
            <a:r>
              <a:rPr lang="en-ZA" sz="3200" dirty="0">
                <a:hlinkClick r:id="rId3"/>
              </a:rPr>
              <a:t>https://tlotliso-ai-generator.netlify.app</a:t>
            </a:r>
            <a:br>
              <a:rPr lang="en-ZA" sz="3200" dirty="0"/>
            </a:br>
            <a:endParaRPr lang="en-US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454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324F2B80-4FB0-1B35-565F-580F0E8805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00" b="9569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063219" y="-1252908"/>
            <a:ext cx="4065561" cy="12192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464116" y="322049"/>
            <a:ext cx="3067943" cy="240860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0392" y="4172881"/>
            <a:ext cx="7154743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99E9EF-C0C7-E217-7A46-0D979316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974" y="0"/>
            <a:ext cx="5860006" cy="65089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ZA" sz="2800" b="1" dirty="0">
                <a:solidFill>
                  <a:schemeClr val="bg1"/>
                </a:solidFill>
              </a:rPr>
              <a:t>CORE COMPETENCIES DEMONSTRATED</a:t>
            </a:r>
            <a:br>
              <a:rPr lang="en-ZA" sz="2800" b="1" dirty="0">
                <a:solidFill>
                  <a:schemeClr val="bg1"/>
                </a:solidFill>
              </a:rPr>
            </a:br>
            <a:br>
              <a:rPr lang="en-ZA" sz="2800" dirty="0">
                <a:solidFill>
                  <a:schemeClr val="bg1"/>
                </a:solidFill>
              </a:rPr>
            </a:br>
            <a:r>
              <a:rPr lang="en-ZA" sz="2800" b="1" dirty="0">
                <a:solidFill>
                  <a:schemeClr val="bg1"/>
                </a:solidFill>
              </a:rPr>
              <a:t>Prompt Optimization</a:t>
            </a:r>
            <a:br>
              <a:rPr lang="en-ZA" sz="2800" dirty="0">
                <a:solidFill>
                  <a:schemeClr val="bg1"/>
                </a:solidFill>
              </a:rPr>
            </a:br>
            <a:r>
              <a:rPr lang="en-ZA" sz="2400" dirty="0">
                <a:solidFill>
                  <a:schemeClr val="bg1"/>
                </a:solidFill>
              </a:rPr>
              <a:t>Structured prompts with parameters</a:t>
            </a:r>
            <a:br>
              <a:rPr lang="en-ZA" sz="2400" dirty="0">
                <a:solidFill>
                  <a:schemeClr val="bg1"/>
                </a:solidFill>
              </a:rPr>
            </a:br>
            <a:r>
              <a:rPr lang="en-ZA" sz="2400" dirty="0">
                <a:solidFill>
                  <a:schemeClr val="bg1"/>
                </a:solidFill>
              </a:rPr>
              <a:t>Tone and length control</a:t>
            </a:r>
            <a:br>
              <a:rPr lang="en-ZA" sz="2800" dirty="0">
                <a:solidFill>
                  <a:schemeClr val="bg1"/>
                </a:solidFill>
              </a:rPr>
            </a:br>
            <a:r>
              <a:rPr lang="en-ZA" sz="2800" b="1" dirty="0">
                <a:solidFill>
                  <a:schemeClr val="bg1"/>
                </a:solidFill>
              </a:rPr>
              <a:t>AI Content Generation</a:t>
            </a:r>
            <a:br>
              <a:rPr lang="en-ZA" sz="2800" dirty="0">
                <a:solidFill>
                  <a:schemeClr val="bg1"/>
                </a:solidFill>
              </a:rPr>
            </a:br>
            <a:r>
              <a:rPr lang="en-ZA" sz="2400" dirty="0">
                <a:solidFill>
                  <a:schemeClr val="bg1"/>
                </a:solidFill>
              </a:rPr>
              <a:t>8 different content types</a:t>
            </a:r>
            <a:br>
              <a:rPr lang="en-ZA" sz="2400" dirty="0">
                <a:solidFill>
                  <a:schemeClr val="bg1"/>
                </a:solidFill>
              </a:rPr>
            </a:br>
            <a:r>
              <a:rPr lang="en-ZA" sz="2400" dirty="0">
                <a:solidFill>
                  <a:schemeClr val="bg1"/>
                </a:solidFill>
              </a:rPr>
              <a:t>Real-time API integration</a:t>
            </a:r>
            <a:br>
              <a:rPr lang="en-ZA" sz="2400" dirty="0">
                <a:solidFill>
                  <a:schemeClr val="bg1"/>
                </a:solidFill>
              </a:rPr>
            </a:br>
            <a:r>
              <a:rPr lang="en-ZA" sz="2400" dirty="0">
                <a:solidFill>
                  <a:schemeClr val="bg1"/>
                </a:solidFill>
              </a:rPr>
              <a:t>Fallback generation system</a:t>
            </a:r>
            <a:br>
              <a:rPr lang="en-ZA" sz="2800" dirty="0">
                <a:solidFill>
                  <a:schemeClr val="bg1"/>
                </a:solidFill>
              </a:rPr>
            </a:br>
            <a:r>
              <a:rPr lang="en-ZA" sz="2800" b="1" dirty="0">
                <a:solidFill>
                  <a:schemeClr val="bg1"/>
                </a:solidFill>
              </a:rPr>
              <a:t>Individual Project Ownership</a:t>
            </a:r>
            <a:br>
              <a:rPr lang="en-ZA" sz="2800" dirty="0">
                <a:solidFill>
                  <a:schemeClr val="bg1"/>
                </a:solidFill>
              </a:rPr>
            </a:br>
            <a:r>
              <a:rPr lang="en-ZA" sz="2400" dirty="0">
                <a:solidFill>
                  <a:schemeClr val="bg1"/>
                </a:solidFill>
              </a:rPr>
              <a:t>Full development lifecycle</a:t>
            </a:r>
            <a:br>
              <a:rPr lang="en-ZA" sz="2400" dirty="0">
                <a:solidFill>
                  <a:schemeClr val="bg1"/>
                </a:solidFill>
              </a:rPr>
            </a:br>
            <a:r>
              <a:rPr lang="en-ZA" sz="2400" dirty="0">
                <a:solidFill>
                  <a:schemeClr val="bg1"/>
                </a:solidFill>
              </a:rPr>
              <a:t>Deployment to Netlify</a:t>
            </a:r>
            <a:br>
              <a:rPr lang="en-ZA" sz="2800" dirty="0">
                <a:solidFill>
                  <a:schemeClr val="bg1"/>
                </a:solidFill>
              </a:rPr>
            </a:br>
            <a:r>
              <a:rPr lang="en-ZA" sz="2800" b="1" dirty="0">
                <a:solidFill>
                  <a:schemeClr val="bg1"/>
                </a:solidFill>
              </a:rPr>
              <a:t>AI Productivity Workflows</a:t>
            </a:r>
            <a:br>
              <a:rPr lang="en-ZA" sz="2800" dirty="0">
                <a:solidFill>
                  <a:schemeClr val="bg1"/>
                </a:solidFill>
              </a:rPr>
            </a:br>
            <a:r>
              <a:rPr lang="en-ZA" sz="2400" dirty="0">
                <a:solidFill>
                  <a:schemeClr val="bg1"/>
                </a:solidFill>
              </a:rPr>
              <a:t>One-click content generation</a:t>
            </a:r>
            <a:br>
              <a:rPr lang="en-ZA" sz="2400" dirty="0">
                <a:solidFill>
                  <a:schemeClr val="bg1"/>
                </a:solidFill>
              </a:rPr>
            </a:br>
            <a:r>
              <a:rPr lang="en-ZA" sz="2400" dirty="0">
                <a:solidFill>
                  <a:schemeClr val="bg1"/>
                </a:solidFill>
              </a:rPr>
              <a:t>Copy to clipboard functionality</a:t>
            </a:r>
            <a:br>
              <a:rPr lang="en-ZA" sz="2400" dirty="0">
                <a:solidFill>
                  <a:schemeClr val="bg1"/>
                </a:solidFill>
              </a:rPr>
            </a:br>
            <a:r>
              <a:rPr lang="en-ZA" sz="2400" dirty="0">
                <a:solidFill>
                  <a:schemeClr val="bg1"/>
                </a:solidFill>
              </a:rPr>
              <a:t>Prompt library for quick reuse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06736" y="-7619"/>
            <a:ext cx="995654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4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3A424E-266E-6292-2D97-71B5ABEF0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46" y="52994"/>
            <a:ext cx="5490088" cy="657778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ZA" sz="2800" b="1" dirty="0"/>
              <a:t>CORE COMPETENCIES DEMONSTRATED</a:t>
            </a:r>
            <a:br>
              <a:rPr lang="en-ZA" sz="2800" b="1" dirty="0"/>
            </a:br>
            <a:br>
              <a:rPr lang="en-ZA" sz="2800" dirty="0"/>
            </a:br>
            <a:r>
              <a:rPr lang="en-ZA" sz="2400" b="1" dirty="0">
                <a:solidFill>
                  <a:srgbClr val="C00000"/>
                </a:solidFill>
              </a:rPr>
              <a:t>Prompt Optimization</a:t>
            </a:r>
            <a:br>
              <a:rPr lang="en-ZA" sz="2400" dirty="0"/>
            </a:br>
            <a:r>
              <a:rPr lang="en-ZA" sz="2400" dirty="0"/>
              <a:t>Structured prompts with parameters</a:t>
            </a:r>
            <a:br>
              <a:rPr lang="en-ZA" sz="2400" dirty="0"/>
            </a:br>
            <a:r>
              <a:rPr lang="en-ZA" sz="2400" dirty="0"/>
              <a:t>Tone and length control</a:t>
            </a:r>
            <a:br>
              <a:rPr lang="en-ZA" sz="2400" dirty="0"/>
            </a:br>
            <a:r>
              <a:rPr lang="en-ZA" sz="2400" b="1" dirty="0">
                <a:solidFill>
                  <a:srgbClr val="C00000"/>
                </a:solidFill>
              </a:rPr>
              <a:t>AI Content Generation</a:t>
            </a:r>
            <a:br>
              <a:rPr lang="en-ZA" sz="2400" dirty="0"/>
            </a:br>
            <a:r>
              <a:rPr lang="en-ZA" sz="2400" dirty="0"/>
              <a:t>8 different content types</a:t>
            </a:r>
            <a:br>
              <a:rPr lang="en-ZA" sz="2400" dirty="0"/>
            </a:br>
            <a:r>
              <a:rPr lang="en-ZA" sz="2400" dirty="0"/>
              <a:t>Real-time API integration</a:t>
            </a:r>
            <a:br>
              <a:rPr lang="en-ZA" sz="2400" dirty="0"/>
            </a:br>
            <a:r>
              <a:rPr lang="en-ZA" sz="2400" dirty="0"/>
              <a:t>Fallback generation system</a:t>
            </a:r>
            <a:br>
              <a:rPr lang="en-ZA" sz="2400" dirty="0"/>
            </a:br>
            <a:r>
              <a:rPr lang="en-ZA" sz="2400" b="1" dirty="0">
                <a:solidFill>
                  <a:srgbClr val="C00000"/>
                </a:solidFill>
              </a:rPr>
              <a:t>Individual Project Ownership</a:t>
            </a:r>
            <a:br>
              <a:rPr lang="en-ZA" sz="2400" dirty="0"/>
            </a:br>
            <a:r>
              <a:rPr lang="en-ZA" sz="2400" dirty="0"/>
              <a:t>Full development lifecycle</a:t>
            </a:r>
            <a:br>
              <a:rPr lang="en-ZA" sz="2400" dirty="0"/>
            </a:br>
            <a:r>
              <a:rPr lang="en-ZA" sz="2400" dirty="0"/>
              <a:t>Deployment to Netlify</a:t>
            </a:r>
            <a:br>
              <a:rPr lang="en-ZA" sz="2400" dirty="0"/>
            </a:br>
            <a:r>
              <a:rPr lang="en-ZA" sz="2400" b="1" dirty="0">
                <a:solidFill>
                  <a:srgbClr val="C00000"/>
                </a:solidFill>
              </a:rPr>
              <a:t>AI Productivity Workflows</a:t>
            </a:r>
            <a:br>
              <a:rPr lang="en-ZA" sz="2400" dirty="0"/>
            </a:br>
            <a:r>
              <a:rPr lang="en-ZA" sz="2400" dirty="0"/>
              <a:t>One-click content generation</a:t>
            </a:r>
            <a:br>
              <a:rPr lang="en-ZA" sz="2400" dirty="0"/>
            </a:br>
            <a:r>
              <a:rPr lang="en-ZA" sz="2400" dirty="0"/>
              <a:t>Copy to clipboard functionality</a:t>
            </a:r>
            <a:br>
              <a:rPr lang="en-ZA" sz="2400" dirty="0"/>
            </a:br>
            <a:r>
              <a:rPr lang="en-ZA" sz="2400" dirty="0"/>
              <a:t>Prompt library for quick reuse</a:t>
            </a:r>
            <a:br>
              <a:rPr lang="en-ZA" sz="2400" dirty="0"/>
            </a:br>
            <a:endParaRPr lang="en-US" sz="24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Graphic 5" descr="Web Design">
            <a:extLst>
              <a:ext uri="{FF2B5EF4-FFF2-40B4-BE49-F238E27FC236}">
                <a16:creationId xmlns:a16="http://schemas.microsoft.com/office/drawing/2014/main" id="{7819D361-D905-3006-4C5D-CFA7F0F0BD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7898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9AACD67-2507-489F-9E40-31460494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446" y="151765"/>
            <a:ext cx="9314822" cy="6702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ZA" sz="2800" b="1" dirty="0"/>
              <a:t>CONTENT GENERATOR FEATURES</a:t>
            </a:r>
            <a:br>
              <a:rPr lang="en-ZA" sz="2800" b="1" dirty="0"/>
            </a:br>
            <a:br>
              <a:rPr lang="en-ZA" sz="2800" dirty="0"/>
            </a:br>
            <a:r>
              <a:rPr lang="en-ZA" sz="2800" b="1" dirty="0"/>
              <a:t>8 Content Types</a:t>
            </a:r>
            <a:br>
              <a:rPr lang="en-ZA" sz="2800" dirty="0"/>
            </a:br>
            <a:r>
              <a:rPr lang="en-ZA" sz="2800" dirty="0"/>
              <a:t>Blog Post | Email | LinkedIn Post | Cover Letter | Study Notes | Resume Summary | Meeting Agenda | Project Proposal</a:t>
            </a:r>
            <a:br>
              <a:rPr lang="en-ZA" sz="2800" dirty="0"/>
            </a:br>
            <a:r>
              <a:rPr lang="en-ZA" sz="2800" b="1" dirty="0"/>
              <a:t>6 Tone Options</a:t>
            </a:r>
            <a:br>
              <a:rPr lang="en-ZA" sz="2800" dirty="0"/>
            </a:br>
            <a:r>
              <a:rPr lang="en-ZA" sz="2800" dirty="0"/>
              <a:t>Professional | Friendly | Formal | Creative | Urgent | Humorous</a:t>
            </a:r>
            <a:br>
              <a:rPr lang="en-ZA" sz="2800" dirty="0"/>
            </a:br>
            <a:r>
              <a:rPr lang="en-ZA" sz="2800" b="1" dirty="0"/>
              <a:t>3 Length Options</a:t>
            </a:r>
            <a:br>
              <a:rPr lang="en-ZA" sz="2800" dirty="0"/>
            </a:br>
            <a:r>
              <a:rPr lang="en-ZA" sz="2800" dirty="0"/>
              <a:t>Short (2-3 paragraphs) | Medium (4-5 paragraphs) | Long (6-8 paragraphs)</a:t>
            </a:r>
            <a:br>
              <a:rPr lang="en-ZA" sz="2800" dirty="0"/>
            </a:br>
            <a:r>
              <a:rPr lang="en-ZA" sz="2800" b="1" dirty="0"/>
              <a:t>Additional Features</a:t>
            </a:r>
            <a:br>
              <a:rPr lang="en-ZA" sz="2800" dirty="0"/>
            </a:br>
            <a:r>
              <a:rPr lang="en-ZA" sz="2800" dirty="0"/>
              <a:t>Copy to Clipboard</a:t>
            </a:r>
            <a:br>
              <a:rPr lang="en-ZA" sz="2800" dirty="0"/>
            </a:br>
            <a:r>
              <a:rPr lang="en-ZA" sz="2800" dirty="0"/>
              <a:t>Collapsible Prompt Library</a:t>
            </a:r>
            <a:br>
              <a:rPr lang="en-ZA" sz="2800" dirty="0"/>
            </a:br>
            <a:r>
              <a:rPr lang="en-ZA" sz="2800" dirty="0"/>
              <a:t>Animated Gradient Background</a:t>
            </a:r>
            <a:br>
              <a:rPr lang="en-ZA" sz="2800" dirty="0"/>
            </a:br>
            <a:r>
              <a:rPr lang="en-ZA" sz="2800" dirty="0"/>
              <a:t>Mobile Responsive Design</a:t>
            </a:r>
            <a:br>
              <a:rPr lang="en-ZA" sz="2800" dirty="0"/>
            </a:br>
            <a:br>
              <a:rPr lang="en-ZA" sz="2800" dirty="0"/>
            </a:br>
            <a:endParaRPr lang="en-US" sz="2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77608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A0F24-3AE5-CFC1-737F-5F645A91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2190540"/>
            <a:ext cx="4620584" cy="156754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/>
              <a:t>LIVE DEMO &amp; SCREENSHOTS</a:t>
            </a:r>
          </a:p>
        </p:txBody>
      </p:sp>
      <p:pic>
        <p:nvPicPr>
          <p:cNvPr id="4" name="Picture 3" descr="Camera lens close up">
            <a:extLst>
              <a:ext uri="{FF2B5EF4-FFF2-40B4-BE49-F238E27FC236}">
                <a16:creationId xmlns:a16="http://schemas.microsoft.com/office/drawing/2014/main" id="{49ACEB26-7BDB-D651-BF6F-61B35CA33D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14" r="28348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1824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779EB-DD68-B19D-2077-585156C8A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405" y="643467"/>
            <a:ext cx="7987190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56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1AD3AF-387D-71F3-64FC-8C80810C7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457200"/>
            <a:ext cx="1013878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1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894257-11D4-786C-7C56-B482F0F6D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" r="2" b="2"/>
          <a:stretch>
            <a:fillRect/>
          </a:stretch>
        </p:blipFill>
        <p:spPr>
          <a:xfrm>
            <a:off x="2644776" y="10"/>
            <a:ext cx="9547224" cy="6857990"/>
          </a:xfrm>
          <a:custGeom>
            <a:avLst/>
            <a:gdLst/>
            <a:ahLst/>
            <a:cxnLst/>
            <a:rect l="l" t="t" r="r" b="b"/>
            <a:pathLst>
              <a:path w="9547224" h="6858000">
                <a:moveTo>
                  <a:pt x="1623023" y="0"/>
                </a:moveTo>
                <a:lnTo>
                  <a:pt x="2716256" y="0"/>
                </a:lnTo>
                <a:lnTo>
                  <a:pt x="3032455" y="0"/>
                </a:lnTo>
                <a:lnTo>
                  <a:pt x="3496422" y="0"/>
                </a:lnTo>
                <a:lnTo>
                  <a:pt x="5205951" y="0"/>
                </a:lnTo>
                <a:lnTo>
                  <a:pt x="9547224" y="0"/>
                </a:lnTo>
                <a:lnTo>
                  <a:pt x="9547224" y="6858000"/>
                </a:lnTo>
                <a:lnTo>
                  <a:pt x="5205951" y="6858000"/>
                </a:lnTo>
                <a:lnTo>
                  <a:pt x="3496422" y="6858000"/>
                </a:lnTo>
                <a:lnTo>
                  <a:pt x="3032455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1F9B6B4-B0C4-45C6-A086-901C960D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2756893" cy="6858000"/>
          </a:xfrm>
          <a:custGeom>
            <a:avLst/>
            <a:gdLst>
              <a:gd name="connsiteX0" fmla="*/ 1133870 w 2756893"/>
              <a:gd name="connsiteY0" fmla="*/ 0 h 6858000"/>
              <a:gd name="connsiteX1" fmla="*/ 898082 w 2756893"/>
              <a:gd name="connsiteY1" fmla="*/ 0 h 6858000"/>
              <a:gd name="connsiteX2" fmla="*/ 920668 w 2756893"/>
              <a:gd name="connsiteY2" fmla="*/ 14997 h 6858000"/>
              <a:gd name="connsiteX3" fmla="*/ 2554961 w 2756893"/>
              <a:gd name="connsiteY3" fmla="*/ 3621656 h 6858000"/>
              <a:gd name="connsiteX4" fmla="*/ 641513 w 2756893"/>
              <a:gd name="connsiteY4" fmla="*/ 6374814 h 6858000"/>
              <a:gd name="connsiteX5" fmla="*/ 114086 w 2756893"/>
              <a:gd name="connsiteY5" fmla="*/ 6780599 h 6858000"/>
              <a:gd name="connsiteX6" fmla="*/ 0 w 2756893"/>
              <a:gd name="connsiteY6" fmla="*/ 6858000 h 6858000"/>
              <a:gd name="connsiteX7" fmla="*/ 40637 w 2756893"/>
              <a:gd name="connsiteY7" fmla="*/ 6858000 h 6858000"/>
              <a:gd name="connsiteX8" fmla="*/ 254139 w 2756893"/>
              <a:gd name="connsiteY8" fmla="*/ 6858000 h 6858000"/>
              <a:gd name="connsiteX9" fmla="*/ 365895 w 2756893"/>
              <a:gd name="connsiteY9" fmla="*/ 6780599 h 6858000"/>
              <a:gd name="connsiteX10" fmla="*/ 882543 w 2756893"/>
              <a:gd name="connsiteY10" fmla="*/ 6374814 h 6858000"/>
              <a:gd name="connsiteX11" fmla="*/ 2756893 w 2756893"/>
              <a:gd name="connsiteY11" fmla="*/ 3621656 h 6858000"/>
              <a:gd name="connsiteX12" fmla="*/ 1155994 w 2756893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6893" h="6858000">
                <a:moveTo>
                  <a:pt x="1133870" y="0"/>
                </a:moveTo>
                <a:lnTo>
                  <a:pt x="898082" y="0"/>
                </a:lnTo>
                <a:lnTo>
                  <a:pt x="920668" y="14997"/>
                </a:lnTo>
                <a:cubicBezTo>
                  <a:pt x="1969257" y="754641"/>
                  <a:pt x="2554961" y="2093192"/>
                  <a:pt x="2554961" y="3621656"/>
                </a:cubicBezTo>
                <a:cubicBezTo>
                  <a:pt x="2554961" y="4969131"/>
                  <a:pt x="1606863" y="5602839"/>
                  <a:pt x="641513" y="6374814"/>
                </a:cubicBezTo>
                <a:cubicBezTo>
                  <a:pt x="465717" y="6515397"/>
                  <a:pt x="291531" y="6653108"/>
                  <a:pt x="114086" y="6780599"/>
                </a:cubicBezTo>
                <a:lnTo>
                  <a:pt x="0" y="6858000"/>
                </a:lnTo>
                <a:lnTo>
                  <a:pt x="40637" y="6858000"/>
                </a:lnTo>
                <a:lnTo>
                  <a:pt x="254139" y="6858000"/>
                </a:lnTo>
                <a:lnTo>
                  <a:pt x="365895" y="6780599"/>
                </a:lnTo>
                <a:cubicBezTo>
                  <a:pt x="539713" y="6653108"/>
                  <a:pt x="710340" y="6515397"/>
                  <a:pt x="882543" y="6374814"/>
                </a:cubicBezTo>
                <a:cubicBezTo>
                  <a:pt x="1828168" y="5602839"/>
                  <a:pt x="2756893" y="4969131"/>
                  <a:pt x="2756893" y="3621656"/>
                </a:cubicBezTo>
                <a:cubicBezTo>
                  <a:pt x="2756893" y="2093192"/>
                  <a:pt x="2183157" y="754641"/>
                  <a:pt x="115599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957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2668" y="1090453"/>
            <a:ext cx="9465232" cy="523827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2668" y="1090453"/>
            <a:ext cx="9465232" cy="5238271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D38845-F38B-861D-8BA6-F046B656E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435"/>
          <a:stretch>
            <a:fillRect/>
          </a:stretch>
        </p:blipFill>
        <p:spPr>
          <a:xfrm>
            <a:off x="1280667" y="677668"/>
            <a:ext cx="9630666" cy="541725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26" name="Graphic 212">
            <a:extLst>
              <a:ext uri="{FF2B5EF4-FFF2-40B4-BE49-F238E27FC236}">
                <a16:creationId xmlns:a16="http://schemas.microsoft.com/office/drawing/2014/main" id="{7BD8AB83-2763-4392-B4B9-049CDF1F6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73609" y="168141"/>
            <a:ext cx="1009111" cy="100911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8" name="Graphic 212">
            <a:extLst>
              <a:ext uri="{FF2B5EF4-FFF2-40B4-BE49-F238E27FC236}">
                <a16:creationId xmlns:a16="http://schemas.microsoft.com/office/drawing/2014/main" id="{480F071C-C35C-4CE1-8EE5-8ED96E2F4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73609" y="168141"/>
            <a:ext cx="1009111" cy="100911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D97FAB4-59E0-4E65-B50B-867B14D2A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460" y="4428611"/>
            <a:ext cx="565207" cy="56520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D578F4B-2751-4FC2-8853-FAC5C5913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460" y="4428611"/>
            <a:ext cx="565207" cy="56520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811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2092B5-FD24-E2C3-9B8D-F88CF7506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1" r="1" b="2597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16799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9C1C9-7C1C-C301-5124-FB463DF4A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>
            <a:normAutofit/>
          </a:bodyPr>
          <a:lstStyle/>
          <a:p>
            <a:pPr algn="ctr"/>
            <a:r>
              <a:rPr lang="en-GB" sz="3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How to Use:</a:t>
            </a:r>
            <a:br>
              <a:rPr lang="en-GB" sz="3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br>
              <a:rPr lang="en-GB" sz="3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GB" sz="3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Select Content Type (Blog, Email, LinkedIn, etc.)</a:t>
            </a:r>
            <a:br>
              <a:rPr lang="en-GB" sz="3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GB" sz="3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Enter your topic</a:t>
            </a:r>
            <a:br>
              <a:rPr lang="en-GB" sz="3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GB" sz="3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Choose Tone and Length</a:t>
            </a:r>
            <a:br>
              <a:rPr lang="en-GB" sz="3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GB" sz="3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Click "Generate Content"</a:t>
            </a:r>
            <a:br>
              <a:rPr lang="en-GB" sz="3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GB" sz="3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Copy result to clipboard</a:t>
            </a:r>
          </a:p>
        </p:txBody>
      </p:sp>
    </p:spTree>
    <p:extLst>
      <p:ext uri="{BB962C8B-B14F-4D97-AF65-F5344CB8AC3E}">
        <p14:creationId xmlns:p14="http://schemas.microsoft.com/office/powerpoint/2010/main" val="1421993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733CC-421C-6465-2383-CF60BBB0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215" y="1578009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1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PROMPT LIBRARY</a:t>
            </a:r>
            <a:b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is a Prompt Library?</a:t>
            </a:r>
            <a:br>
              <a:rPr lang="en-US" sz="1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US" sz="1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Career Prompts</a:t>
            </a:r>
            <a:b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US" sz="1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Content Creation Prompts</a:t>
            </a:r>
            <a:b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US" sz="1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Communication Prompts</a:t>
            </a:r>
            <a:b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3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09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CEE79-8DD1-6ECB-DC4C-2419EE72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PROMPT ENGINEERING CASE STUDY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Head with Gears">
            <a:extLst>
              <a:ext uri="{FF2B5EF4-FFF2-40B4-BE49-F238E27FC236}">
                <a16:creationId xmlns:a16="http://schemas.microsoft.com/office/drawing/2014/main" id="{1CE828EF-0DDD-6680-5E0A-776749BB02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Head with Gears">
            <a:extLst>
              <a:ext uri="{FF2B5EF4-FFF2-40B4-BE49-F238E27FC236}">
                <a16:creationId xmlns:a16="http://schemas.microsoft.com/office/drawing/2014/main" id="{E46B42F3-283F-4026-B951-26D0A8F15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87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20E26-923C-7518-6B32-65EF40822C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68" r="20455" b="1"/>
          <a:stretch>
            <a:fillRect/>
          </a:stretch>
        </p:blipFill>
        <p:spPr>
          <a:xfrm>
            <a:off x="-5" y="-4"/>
            <a:ext cx="7847767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4C0359-F9F9-FFF6-26E7-888454DFC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650" y="3962400"/>
            <a:ext cx="5505814" cy="1690409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3D Hologram from iPad">
            <a:extLst>
              <a:ext uri="{FF2B5EF4-FFF2-40B4-BE49-F238E27FC236}">
                <a16:creationId xmlns:a16="http://schemas.microsoft.com/office/drawing/2014/main" id="{407C5C6F-23AA-EC8C-8B61-7FF70543C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00" r="16369" b="3"/>
          <a:stretch>
            <a:fillRect/>
          </a:stretch>
        </p:blipFill>
        <p:spPr>
          <a:xfrm>
            <a:off x="8178238" y="7"/>
            <a:ext cx="4013766" cy="3428994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6130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Triangle 6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CE5CB-D421-AC40-5401-42C726693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8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Live Project:</a:t>
            </a:r>
            <a:br>
              <a:rPr lang="en-US" sz="5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300" kern="1200" dirty="0">
                <a:solidFill>
                  <a:srgbClr val="FF0000"/>
                </a:solidFill>
                <a:latin typeface="+mj-lt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https://tlotliso-ai-generator.netlify.app</a:t>
            </a:r>
            <a:endParaRPr lang="en-US" sz="5300" kern="12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Internet">
            <a:extLst>
              <a:ext uri="{FF2B5EF4-FFF2-40B4-BE49-F238E27FC236}">
                <a16:creationId xmlns:a16="http://schemas.microsoft.com/office/drawing/2014/main" id="{39254F0B-784A-7185-5083-B48E25CF31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514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91583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9419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3E8671-F33D-425D-FE77-341B38D34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7593"/>
            <a:ext cx="4467792" cy="3060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6" name="Graphic 5" descr="Robot">
            <a:extLst>
              <a:ext uri="{FF2B5EF4-FFF2-40B4-BE49-F238E27FC236}">
                <a16:creationId xmlns:a16="http://schemas.microsoft.com/office/drawing/2014/main" id="{EC1661E2-1E92-9FC6-67E7-2D16234562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23623" y="1374798"/>
            <a:ext cx="4108404" cy="4108404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0921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419</Words>
  <Application>Microsoft Office PowerPoint</Application>
  <PresentationFormat>Widescreen</PresentationFormat>
  <Paragraphs>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Meiryo</vt:lpstr>
      <vt:lpstr>Aptos</vt:lpstr>
      <vt:lpstr>Aptos Display</vt:lpstr>
      <vt:lpstr>Arial</vt:lpstr>
      <vt:lpstr>Calibri</vt:lpstr>
      <vt:lpstr>Wingdings</vt:lpstr>
      <vt:lpstr>Office Theme</vt:lpstr>
      <vt:lpstr>AI CONTENT GENERATOR</vt:lpstr>
      <vt:lpstr>AGENDA  Project Introduction Core Competencies Technical Concepts &amp; Tools Live Demo &amp; Features Prompt Library &amp; Case Study Results &amp; Portfolio </vt:lpstr>
      <vt:lpstr>PROJECT INTRODUCTION  Project Name: AI Career &amp; Productivity Content Generator Objective: Build a tool that generates professional content (blogs, emails, cover letters, etc.) using AI Technology Stack: HTML5 | CSS3 | JavaScript | Hugging Face API | Netlify Live URL: https://tlotliso-ai-generator.netlify.app </vt:lpstr>
      <vt:lpstr>CORE COMPETENCIES DEMONSTRATED  Prompt Optimization Structured prompts with parameters Tone and length control AI Content Generation 8 different content types Real-time API integration Fallback generation system Individual Project Ownership Full development lifecycle Deployment to Netlify AI Productivity Workflows One-click content generation Copy to clipboard functionality Prompt library for quick reuse</vt:lpstr>
      <vt:lpstr>CORE COMPETENCIES DEMONSTRATED  Prompt Optimization Structured prompts with parameters Tone and length control AI Content Generation 8 different content types Real-time API integration Fallback generation system Individual Project Ownership Full development lifecycle Deployment to Netlify AI Productivity Workflows One-click content generation Copy to clipboard functionality Prompt library for quick reuse </vt:lpstr>
      <vt:lpstr>CONTENT GENERATOR FEATURES  8 Content Types Blog Post | Email | LinkedIn Post | Cover Letter | Study Notes | Resume Summary | Meeting Agenda | Project Proposal 6 Tone Options Professional | Friendly | Formal | Creative | Urgent | Humorous 3 Length Options Short (2-3 paragraphs) | Medium (4-5 paragraphs) | Long (6-8 paragraphs) Additional Features Copy to Clipboard Collapsible Prompt Library Animated Gradient Background Mobile Responsive Design  </vt:lpstr>
      <vt:lpstr>LIVE DEMO &amp; 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Use:  Select Content Type (Blog, Email, LinkedIn, etc.) Enter your topic Choose Tone and Length Click "Generate Content" Copy result to clipboard</vt:lpstr>
      <vt:lpstr>PROMPT LIBRARY What is a Prompt Library?   - Career Prompts  - Content Creation Prompts  - Communication Prompts  </vt:lpstr>
      <vt:lpstr>PROMPT ENGINEERING CASE STUDY</vt:lpstr>
      <vt:lpstr> </vt:lpstr>
      <vt:lpstr>Live Project:  https://tlotliso-ai-generator.netlify.app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TLOTLISO MARK MOKABO</dc:creator>
  <cp:lastModifiedBy>TLOTLISO MARK MOKABO</cp:lastModifiedBy>
  <cp:revision>1</cp:revision>
  <dcterms:created xsi:type="dcterms:W3CDTF">2026-05-10T20:58:42Z</dcterms:created>
  <dcterms:modified xsi:type="dcterms:W3CDTF">2026-05-10T21:40:46Z</dcterms:modified>
</cp:coreProperties>
</file>